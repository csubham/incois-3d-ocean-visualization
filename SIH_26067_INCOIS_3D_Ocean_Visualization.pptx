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2026 - Internal Hackathon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INCOIS 3D Ocean Data Visualization System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ID: SIH26067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Title: Develop a web-based interactive 3D visualization platform that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47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numerical ocean model outputs and in-situ observations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Disaster Management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517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Category: Software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9718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Astra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Reference ID: SIH_CU_080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576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776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Subham Rai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39776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Sumeghna Banerjee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39776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Nabeeha Kappan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976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Niroop H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42976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Aaron John Dev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42976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Prabhjot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Context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212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interacts with the system, what information enters it, and what crosses its external boundary</a:t>
            </a:r>
            <a:endParaRPr lang="en-US" sz="900" dirty="0"/>
          </a:p>
        </p:txBody>
      </p:sp>
      <p:pic>
        <p:nvPicPr>
          <p:cNvPr id="4" name="Image 0" descr="/home/claude/mmd/view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41248"/>
            <a:ext cx="4379976" cy="3840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74920" y="91440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participants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074920" y="1152144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Data Sources supplies numerical ocean model outputs and Argo, Glider, CTD and BGC observations. National and international ocean-data portals sit outside the system.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74920" y="204825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crosses the boundary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074920" y="228600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model and observation data enters. 3D views, overlays and profiles leave. OGC WMS/WCS interoperability is shown undirected because its direction is unresolved.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074920" y="318211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074920" y="3419856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users are INCOIS forecasters and oceanographers. Outreach users are students, the public and policymakers.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36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basis: DIR-001 to DIR-007 · MOI-001 to MOI-003 · WEB-001 · STD-003.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Boundary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212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external, what belongs to the INCOIS-deployed platform, and what executes in the browser</a:t>
            </a:r>
            <a:endParaRPr lang="en-US" sz="900" dirty="0"/>
          </a:p>
        </p:txBody>
      </p:sp>
      <p:pic>
        <p:nvPicPr>
          <p:cNvPr id="4" name="Image 0" descr="/home/claude/mmd/view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41248"/>
            <a:ext cx="2221992" cy="3840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108960" y="91440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INCOIS-deployed responsibilities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3108960" y="1152144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Data Ingestion, S3 Data Storage / Management, S4 Data Processing and S5 Backend / Data Serving.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3108960" y="1755648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Browser-executed responsibilities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3108960" y="1993392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3D Rendering / Visualization and S7 User Interface / Interaction — browser-native and platform-independent, without client-side dependencies.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3108960" y="274320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note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3108960" y="2980944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logical responsibility boundary, not a selected host, service, container or deployment topology. Browser-executed responsibilities remain part of the system.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36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basis: DIR-001 to DIR-007 · ING-001 to ING-002 · BDA-001 · WEB-001 to WEB-003 · STD-002 to STD-003.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Responsibility Pipeline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212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stage owns each high-level responsibility, and what it must hand onward — the chain is shown in four columns</a:t>
            </a:r>
            <a:endParaRPr lang="en-US" sz="900" dirty="0"/>
          </a:p>
        </p:txBody>
      </p:sp>
      <p:pic>
        <p:nvPicPr>
          <p:cNvPr id="4" name="Image 0" descr="/home/claude/mmd/pip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59" y="822960"/>
            <a:ext cx="1290081" cy="36506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321840" y="23317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2321840" y="263347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data</a:t>
            </a:r>
            <a:endParaRPr lang="en-US" sz="750" dirty="0"/>
          </a:p>
        </p:txBody>
      </p:sp>
      <p:pic>
        <p:nvPicPr>
          <p:cNvPr id="7" name="Image 1" descr="/home/claude/mmd/pip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640" y="822960"/>
            <a:ext cx="1293512" cy="3794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301152" y="23317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4301152" y="263347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information</a:t>
            </a:r>
            <a:endParaRPr lang="en-US" sz="750" dirty="0"/>
          </a:p>
        </p:txBody>
      </p:sp>
      <p:pic>
        <p:nvPicPr>
          <p:cNvPr id="10" name="Image 2" descr="/home/claude/mmd/pip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952" y="822960"/>
            <a:ext cx="1235184" cy="365065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222136" y="23317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6222136" y="263347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3D view</a:t>
            </a:r>
            <a:endParaRPr lang="en-US" sz="750" dirty="0"/>
          </a:p>
        </p:txBody>
      </p:sp>
      <p:pic>
        <p:nvPicPr>
          <p:cNvPr id="13" name="Image 3" descr="/home/claude/mmd/pipe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936" y="822960"/>
            <a:ext cx="1204304" cy="233998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TRACE labels identify SRS requirement ownership. S3 and S4 are marked as inferred enabling boundaries because the SRS defines no standalone storage or processing design. S5 also serves selected-profile information directly to S7, and S7 returns requests and controls to S5.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basis: DIR-001 to DIR-007 · ING-001 to ING-002 · BDA-001 · MVR-001 to MVR-006 · IDO-001 to IDO-003 · UIC-001 to UIC-007 · MOI-001 to MOI-003 · WEB-001 to WEB-003.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Data Flow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212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model data and observation data change as they move through the shared responsibilities and reach the user</a:t>
            </a:r>
            <a:endParaRPr lang="en-US" sz="900" dirty="0"/>
          </a:p>
        </p:txBody>
      </p:sp>
      <p:pic>
        <p:nvPicPr>
          <p:cNvPr id="4" name="Image 0" descr="/home/claude/mmd/flow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369" y="822960"/>
            <a:ext cx="2577496" cy="3794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920865" y="2514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920865" y="28346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information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S4</a:t>
            </a:r>
            <a:endParaRPr lang="en-US" sz="750" dirty="0"/>
          </a:p>
        </p:txBody>
      </p:sp>
      <p:pic>
        <p:nvPicPr>
          <p:cNvPr id="7" name="Image 1" descr="/home/claude/mmd/flow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385" y="822960"/>
            <a:ext cx="3148245" cy="3794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observation information stays distinct through the shared stages and converges at S6 for co-visualization. The selected-profile branch is served from S5 and presented directly through S7.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basis: DIR-001 to DIR-007 · ING-001 to ING-002 · BDA-001 · MVR-001 to MVR-006 · IDO-001 to IDO-003 · MOI-001 to MOI-003 · STD-001.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 and Technology Options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constraints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023360" y="5486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Source-mentioned technology options — none selected</a:t>
            </a:r>
            <a:endParaRPr lang="en-US" sz="1000" dirty="0"/>
          </a:p>
        </p:txBody>
      </p:sp>
      <p:pic>
        <p:nvPicPr>
          <p:cNvPr id="5" name="Image 0" descr="/home/claude/mmd/view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04672"/>
            <a:ext cx="2734056" cy="3657600"/>
          </a:xfrm>
          <a:prstGeom prst="rect">
            <a:avLst/>
          </a:prstGeom>
        </p:spPr>
      </p:pic>
      <p:pic>
        <p:nvPicPr>
          <p:cNvPr id="6" name="Image 1" descr="/home/claude/mmd/view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804672"/>
            <a:ext cx="3840480" cy="31821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note: these retain the required standards and constraints without inventing capacity targets, extension mechanisms or deployment design. Technology note: OGC WMS/WCS and CF Conventions are not shown as suggestions because the SRS requires those standards.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basis: WEB-001 to WEB-004 · EXT-001 to EXT-003 · STD-001 to STD-003.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INCOIS 3D Ocean Data Visualization System</dc:title>
  <dc:subject>PptxGenJS Presentation</dc:subject>
  <dc:creator>PptxGenJS</dc:creator>
  <cp:lastModifiedBy>PptxGenJS</cp:lastModifiedBy>
  <cp:revision>1</cp:revision>
  <dcterms:created xsi:type="dcterms:W3CDTF">2026-09-11T02:11:12Z</dcterms:created>
  <dcterms:modified xsi:type="dcterms:W3CDTF">2026-09-11T02:11:12Z</dcterms:modified>
</cp:coreProperties>
</file>